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b0434efc949ce" /><Relationship Type="http://schemas.openxmlformats.org/officeDocument/2006/relationships/extended-properties" Target="/docProps/app.xml" Id="Rca85e8b010c343b8" /><Relationship Type="http://schemas.openxmlformats.org/officeDocument/2006/relationships/officeDocument" Target="/ppt/presentation.xml" Id="R6985c4702de742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2b8e84b6704a73"/>
  </p:sldMasterIdLst>
  <p:notesMasterIdLst>
    <p:notesMasterId xmlns:r="http://schemas.openxmlformats.org/officeDocument/2006/relationships" r:id="Rf6245ba1f5884369"/>
  </p:notesMasterIdLst>
  <p:sldIdLst>
    <p:sldId xmlns:r="http://schemas.openxmlformats.org/officeDocument/2006/relationships" id="256" r:id="Rd0e0520036e14314"/>
    <p:sldId xmlns:r="http://schemas.openxmlformats.org/officeDocument/2006/relationships" id="257" r:id="R9b1dfcabf857406f"/>
    <p:sldId xmlns:r="http://schemas.openxmlformats.org/officeDocument/2006/relationships" id="258" r:id="R2d18d22295ae4d8b"/>
    <p:sldId xmlns:r="http://schemas.openxmlformats.org/officeDocument/2006/relationships" id="259" r:id="R76bace5a08534c4a"/>
    <p:sldId xmlns:r="http://schemas.openxmlformats.org/officeDocument/2006/relationships" id="260" r:id="R7326e27a636a46a2"/>
    <p:sldId xmlns:r="http://schemas.openxmlformats.org/officeDocument/2006/relationships" id="261" r:id="R64b72c7d4a9347fe"/>
    <p:sldId xmlns:r="http://schemas.openxmlformats.org/officeDocument/2006/relationships" id="262" r:id="R1194fb6ec53e473c"/>
    <p:sldId xmlns:r="http://schemas.openxmlformats.org/officeDocument/2006/relationships" id="263" r:id="Rdc8972b3ae7c4340"/>
    <p:sldId xmlns:r="http://schemas.openxmlformats.org/officeDocument/2006/relationships" id="264" r:id="R8371b18c3a21436a"/>
    <p:sldId xmlns:r="http://schemas.openxmlformats.org/officeDocument/2006/relationships" id="265" r:id="R65440c8a425c42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b8e84b6704a73" /><Relationship Type="http://schemas.openxmlformats.org/officeDocument/2006/relationships/theme" Target="/ppt/theme/theme1.xml" Id="Rd47d6277a3604985" /><Relationship Type="http://schemas.openxmlformats.org/officeDocument/2006/relationships/notesMaster" Target="/ppt/notesMasters/notesMaster1.xml" Id="Rf6245ba1f5884369" /><Relationship Type="http://schemas.openxmlformats.org/officeDocument/2006/relationships/presProps" Target="/ppt/presProps.xml" Id="Refd6342aa3844d6c" /><Relationship Type="http://schemas.openxmlformats.org/officeDocument/2006/relationships/viewProps" Target="/ppt/viewProps.xml" Id="Rf74a99b20f5d4ee6" /><Relationship Type="http://schemas.openxmlformats.org/officeDocument/2006/relationships/tableStyles" Target="/ppt/tableStyles.xml" Id="R4b5140d51dc946c4" /><Relationship Type="http://schemas.openxmlformats.org/officeDocument/2006/relationships/slide" Target="/ppt/slides/slide1.xml" Id="Rd0e0520036e14314" /><Relationship Type="http://schemas.openxmlformats.org/officeDocument/2006/relationships/slide" Target="/ppt/slides/slide2.xml" Id="R9b1dfcabf857406f" /><Relationship Type="http://schemas.openxmlformats.org/officeDocument/2006/relationships/slide" Target="/ppt/slides/slide3.xml" Id="R2d18d22295ae4d8b" /><Relationship Type="http://schemas.openxmlformats.org/officeDocument/2006/relationships/slide" Target="/ppt/slides/slide4.xml" Id="R76bace5a08534c4a" /><Relationship Type="http://schemas.openxmlformats.org/officeDocument/2006/relationships/slide" Target="/ppt/slides/slide5.xml" Id="R7326e27a636a46a2" /><Relationship Type="http://schemas.openxmlformats.org/officeDocument/2006/relationships/slide" Target="/ppt/slides/slide6.xml" Id="R64b72c7d4a9347fe" /><Relationship Type="http://schemas.openxmlformats.org/officeDocument/2006/relationships/slide" Target="/ppt/slides/slide7.xml" Id="R1194fb6ec53e473c" /><Relationship Type="http://schemas.openxmlformats.org/officeDocument/2006/relationships/slide" Target="/ppt/slides/slide8.xml" Id="Rdc8972b3ae7c4340" /><Relationship Type="http://schemas.openxmlformats.org/officeDocument/2006/relationships/slide" Target="/ppt/slides/slide9.xml" Id="R8371b18c3a21436a" /><Relationship Type="http://schemas.openxmlformats.org/officeDocument/2006/relationships/slide" Target="/ppt/slides/slide10.xml" Id="R65440c8a425c42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3aeabca9fc4a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5ff76b33244325" /><Relationship Type="http://schemas.openxmlformats.org/officeDocument/2006/relationships/notesMaster" Target="/ppt/notesMasters/notesMaster1.xml" Id="R01dbf90194284f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9886b5d6b94b02" /><Relationship Type="http://schemas.openxmlformats.org/officeDocument/2006/relationships/notesMaster" Target="/ppt/notesMasters/notesMaster1.xml" Id="R760102bfb31648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968efc0a764123" /><Relationship Type="http://schemas.openxmlformats.org/officeDocument/2006/relationships/notesMaster" Target="/ppt/notesMasters/notesMaster1.xml" Id="R97153e10fc28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cc490a2e8b4e48" /><Relationship Type="http://schemas.openxmlformats.org/officeDocument/2006/relationships/notesMaster" Target="/ppt/notesMasters/notesMaster1.xml" Id="Rf24f224605b34b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40a24d0a814367" /><Relationship Type="http://schemas.openxmlformats.org/officeDocument/2006/relationships/notesMaster" Target="/ppt/notesMasters/notesMaster1.xml" Id="Rf1bf8550854c4a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971470f8b841e2" /><Relationship Type="http://schemas.openxmlformats.org/officeDocument/2006/relationships/notesMaster" Target="/ppt/notesMasters/notesMaster1.xml" Id="Rae13ab51779f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8927a047cb4f11" /><Relationship Type="http://schemas.openxmlformats.org/officeDocument/2006/relationships/notesMaster" Target="/ppt/notesMasters/notesMaster1.xml" Id="Re362d7b626ac47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1123c40af046c6" /><Relationship Type="http://schemas.openxmlformats.org/officeDocument/2006/relationships/notesMaster" Target="/ppt/notesMasters/notesMaster1.xml" Id="R65f94a2d4e854f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329f1d02c74b01" /><Relationship Type="http://schemas.openxmlformats.org/officeDocument/2006/relationships/notesMaster" Target="/ppt/notesMasters/notesMaster1.xml" Id="Rba8ca13d473c48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1504bc67a1413c" /><Relationship Type="http://schemas.openxmlformats.org/officeDocument/2006/relationships/notesMaster" Target="/ppt/notesMasters/notesMaster1.xml" Id="R6f0226c1f7b54e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54850144249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17dd0f326ce4e4d" /><Relationship Type="http://schemas.openxmlformats.org/officeDocument/2006/relationships/slideLayout" Target="/ppt/slideLayouts/slideLayout2.xml" Id="R7b5f1b0c5ae640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5f1b0c5ae640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c2b7556054ab4" /><Relationship Type="http://schemas.openxmlformats.org/officeDocument/2006/relationships/notesSlide" Target="/ppt/notesSlides/notesSlide1.xml" Id="Rcdb0617ccc07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7a1baa80d14727" /><Relationship Type="http://schemas.openxmlformats.org/officeDocument/2006/relationships/notesSlide" Target="/ppt/notesSlides/notesSlide2.xml" Id="R0504827cebdc4a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fe086431ec4e65" /><Relationship Type="http://schemas.openxmlformats.org/officeDocument/2006/relationships/notesSlide" Target="/ppt/notesSlides/notesSlide3.xml" Id="R3bb2bcc1827240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812c55c24c4039" /><Relationship Type="http://schemas.openxmlformats.org/officeDocument/2006/relationships/notesSlide" Target="/ppt/notesSlides/notesSlide4.xml" Id="R08bddae81ead49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83193fa664f14" /><Relationship Type="http://schemas.openxmlformats.org/officeDocument/2006/relationships/notesSlide" Target="/ppt/notesSlides/notesSlide5.xml" Id="R2571c73bd9ee45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ff457235314dcc" /><Relationship Type="http://schemas.openxmlformats.org/officeDocument/2006/relationships/notesSlide" Target="/ppt/notesSlides/notesSlide6.xml" Id="R5b90149ed6084f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64ab7536c45e2" /><Relationship Type="http://schemas.openxmlformats.org/officeDocument/2006/relationships/notesSlide" Target="/ppt/notesSlides/notesSlide7.xml" Id="R285d6f99df094b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4b8b2c983d4d37" /><Relationship Type="http://schemas.openxmlformats.org/officeDocument/2006/relationships/notesSlide" Target="/ppt/notesSlides/notesSlide8.xml" Id="Rf66674f59e5441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9d431d9e94269" /><Relationship Type="http://schemas.openxmlformats.org/officeDocument/2006/relationships/notesSlide" Target="/ppt/notesSlides/notesSlide9.xml" Id="R2659a45263a143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66fbb7a88a4d83" /><Relationship Type="http://schemas.openxmlformats.org/officeDocument/2006/relationships/notesSlide" Target="/ppt/notesSlides/notesSlide10.xml" Id="Rd56b72fba6ca46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3ADB1C-5344-4C63-8F05-005F10C7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B6810-E0C8-43DB-B94F-1972BE0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4F0E6-9573-45DC-B33F-D488DA26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UNITY 6 + GITHUB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C1D21-9B45-41C1-8951-B2FC482B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Install Unity, open the project, and publish it on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9E14B-377B-406D-96B4-E758AD29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61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 step-by-step handoff for the Unity Showcase project - Tutoring repository.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D00D8-A1B6-4BCB-AF37-5C4B6DE4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7D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7F409-B7A6-4469-9C5E-0750FB6A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Unity 6000.3.9f1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FC7A9-453E-4613-B5E5-4B4C3CD4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385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F6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19017-A3E0-477E-8F2D-767F9849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147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GitHub Public Repo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D97F4-45EF-42A2-9A0E-966C0AD9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2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3536F-671C-40C9-A7A2-9AF400A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982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822D"/>
                </a:solidFill>
                <a:latin typeface="Aptos"/>
                <a:ea typeface="Aptos"/>
                <a:cs typeface="Aptos"/>
              </a:rPr>
              <a:t>Primitive Scene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1F7A4-C229-4C3C-89B8-2C67688C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43000"/>
            <a:ext cx="2609850" cy="2609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A3F4F-CF93-44B7-8C30-F87B253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573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5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B4CB-BD36-4B5D-8739-5685BCAC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B37FD-9DE1-465B-B4EE-129BE1F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86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C15B6-8213-4E21-B44A-9FBC96F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388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7E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7EF"/>
                </a:solidFill>
                <a:latin typeface="Consolas"/>
                <a:ea typeface="Consolas"/>
                <a:cs typeface="Consolas"/>
              </a:rPr>
              <a:t>Repo target</a:t>
            </a:r>
          </a:p>
          <a:p xmlns:a="http://schemas.openxmlformats.org/drawingml/2006/main">
            <a:pPr algn="l">
              <a:defRPr sz="975" b="0">
                <a:solidFill>
                  <a:srgbClr val="DCE7EF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7EF"/>
                </a:solidFill>
                <a:latin typeface="Consolas"/>
                <a:ea typeface="Consolas"/>
                <a:cs typeface="Consolas"/>
              </a:rPr>
              <a:t>Vargr013/Unity-Showcase-project-Tutoring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B8075-721B-40F4-9B2D-C407F6E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28BF6-04CD-4331-9740-51B085B7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2A64F-F78D-4F43-A0C2-A3D7B79C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26008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5E6188-AC09-47F8-9C76-1167FDCB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25B70-9FEC-4508-B76D-28D3C7AF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BEFORE YOU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9A7C1-A8E8-4870-BB47-C212D7B1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Install prerequisites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6477E-C4AD-4318-99D0-2035F0BA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The project is intentionally small, but the setup works best when these items are ready first.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9146D-3F14-4E55-8C77-42E21335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76AD3-F0A0-4A42-958A-1A74B27A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76500"/>
            <a:ext cx="862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Unity 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00666-DBB8-4029-87ED-DA15E37D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862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Used to install Unity editors, manage licenses, and open projects.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DB02F-5B76-4649-94BF-27A0A60B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51FAB-081F-4057-A798-82BD9FF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0400"/>
            <a:ext cx="862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Unity Editor 6000.3.9f1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38979-5C0E-42E9-B698-87FD6F23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7575"/>
            <a:ext cx="862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The project metadata is set to Unity 6 version 6000.3.9f1.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9E6BE-4072-4E39-A3AD-D075D68F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3C5E3-27F1-4180-858C-812DF3E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924300"/>
            <a:ext cx="862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A0953-E187-4F10-A12F-AE193D26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81475"/>
            <a:ext cx="862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Used to clone the repository and track project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E5A5F-32AC-4AE8-8B68-0A1DE8C9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37F68-8840-4DA9-8E38-71076B7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48200"/>
            <a:ext cx="862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GitHub account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B89DD-4060-4FE1-8EC2-4E8C1365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05375"/>
            <a:ext cx="8620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Needed to publish the public repository and share it with students.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A5688-FBF5-418C-9C4C-BE580F34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3FEF2-DFD5-4FAB-B721-6AFF62FE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78B0F-ED34-4EE2-B86E-51FE9A8E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26820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02FCE0-6095-48C9-9D36-779D0BEF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ADA2C-F3DE-40BF-BCBC-4F8C6005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E2939-1A05-4EEC-87F7-B11A15B9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Install Unity 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681FB-5425-4DFD-BF15-DD58E118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Hub is the launcher used to install Unity 6 and open the showcase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56E0F-4538-4CB5-829C-FD797E2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A0365-8FB9-4933-9769-774D73B6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ED35F-0127-472F-8F4A-29B5FFCA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30EB4-4872-4347-AEA2-043DE5F4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03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Download 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1F6C1-5AF9-4664-BC73-10976CF3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Go to unity.com/download and download Unity Hub for Windows.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54BD7-E81C-429F-9F31-5A0CBD6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6CE9B-FFD4-4225-96C5-9628ED7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5F323-ECD0-486E-A9D1-FD68083F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7444A-73E4-45AE-9A87-B0FD30D8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03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Run installer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49EEE-1771-4336-BFCA-ABA6900D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146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Accept the prompts and let Unity Hub install.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AD91B-BBC4-4A74-A79F-C270700F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BF0A6-055E-48AD-8A80-78470D59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CFBAE-492B-423E-B870-ECBA45C0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82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82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E3889-50E9-4328-A3A4-4653C7C5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Open 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D2B5E-5477-4121-8A86-3DE612C7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Launch Unity Hub after installation.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B1F49-CACE-4EA7-9201-E99DE588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E407E-1FC8-4B85-8169-7947D5F8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EBAA5-5E52-4940-96BF-B56732F6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14D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14D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282D7-F4CA-4383-95E5-F4017B61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4337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Sign 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DF4F4-DAEC-421E-967C-B1413AB7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Sign in with a Unity account if Hub asks for license access.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69AC1-07EB-4C23-A664-173ED84C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FD612-2366-410B-9F48-F931E6DE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D03EE-9967-4303-9C9B-7207CE4B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31974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2F88A-D379-4632-BFE0-8218183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EDC00-41E9-4061-92C7-B58DCA15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E451-4218-47AC-B13D-A6B152B6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Install Unity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B526C-A613-4758-A00E-79875D5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Use the same editor version as the project to avoid upgrade prompts.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4C098-BBCD-49CE-9F25-E210CB57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6AFEB-EB59-4ED4-B683-F674CC57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BC61F-70AE-4DAA-B763-78B0C7F7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CA65A-0581-442E-9AD4-1826CB9B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812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Open Installs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821D8-9CB5-4C5B-944B-587818EE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In Unity Hub, select Installs from the left sidebar.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295C8-567A-4B0B-9F23-EE4782AD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6779E-D2F3-4FD3-BD26-D7F04BAB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74C2B-2E50-4B13-AC3E-B49D7A14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908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F9E0E-1E5E-456C-9C8A-9DB51524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812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Install Editor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36F88-B1AD-4D75-8A72-BC6E874E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Choose Install Editor and select Unity 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FD206-63A5-4962-84B9-A6086061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98793-CBCD-4CFD-824F-AE12F26E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78DBA-3FB1-4D97-84C8-524373F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908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82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82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DBC7C-AE96-4ACE-8088-12221D4D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Choose 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D66A2-7873-4AEF-9539-46C48EAC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Install Unity 6000.3.9f1 where available.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53291-F5A1-4485-B433-DAD08C17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666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CD3ED-95DA-494D-8BB9-11E0ACF4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624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F5D0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B9F5D0"/>
                </a:solidFill>
                <a:latin typeface="Consolas"/>
                <a:ea typeface="Consolas"/>
                <a:cs typeface="Consolas"/>
              </a:rPr>
              <a:t>Expected project version: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63DEB-35E8-46F6-A248-F52CF9F2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624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4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m_EditorVersion: 6000.3.9f1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DFF90-2945-4729-9979-CE5008D3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F084A-D7D7-4163-A2F4-A0FB527E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18EA9-CF62-470D-9E7F-BC5D21C1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14D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14D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7A448-2AA2-496A-94DE-4B3A594B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957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Keep modules simple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ACDA7-5262-47D0-BC55-188A9F86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0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No extra build modules are required for the editor-only tutoring showcase.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0B1A29-FEE2-4686-9635-558C4507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C6C94-12CD-4E93-9C26-3B9ACB72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A70F31-C41E-4852-9A60-09F8C000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01956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BFCA6-E53C-44E5-8520-BC170364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5F111-34A8-479C-A916-DDCD59A8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7A5A4-B7DE-46D2-AEEA-50CDB3A3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Get the project from 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1020B-86D8-4836-AE40-8099A8B9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Clone the public repository once it has been created.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E682C-48C0-4BF1-83B0-5F1B0B5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09DC-157F-4E05-B18C-B314B1E9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1E1F4-52E7-469C-9756-DCCE91E4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2B34B-2597-4E0D-B68E-10C193D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193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Open PowerShell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521C0-4C59-4813-836F-EAFB9727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337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Use a folder where you keep Unity projects.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97460-D63F-44E6-8BF6-1E5A1B4D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6C10E-7ED4-46B2-BDDD-2F262E8E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8286E-BFAE-4139-8EA5-AB7F78F3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B94D1-B427-453B-9104-6A607BE4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193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Clone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E239B-556C-4204-97A3-A0E81FE6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337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Run git clone with the repository URL.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C7726-5590-42F3-82F1-1B210866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5493E-8DD7-4E15-A5E9-CCB0BF2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EF98F-5F1D-4989-8F2D-A952E81A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82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82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4A74E-8593-4AF3-A6F0-A7EB7E37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Enter folder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99A18-91CD-41F2-AE84-C6908873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337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Change into the cloned project directory.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032E1-26C2-47CE-A5B2-6E0376F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876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381D7-1370-4A2B-91F8-8C595807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F5D0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B9F5D0"/>
                </a:solidFill>
                <a:latin typeface="Consolas"/>
                <a:ea typeface="Consolas"/>
                <a:cs typeface="Consolas"/>
              </a:rPr>
              <a:t>Clone commands: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7D3FE-E34C-4718-8A8B-39012D02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4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git clone https://github.com/Vargr013/Unity-Showcase-project-Tutoring.git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F99CF-1050-424D-89D8-1C5ADBA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4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cd Unity-Showcase-project-Tutoring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D2801-EB1F-485C-8753-254C89C2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B0C98-9FE7-43AF-A032-39CB927D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7F074-7951-4013-86B6-32D72D0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24956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8581D5-53CA-4106-A857-F22D99DD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85C55-8BC5-4AD5-9717-BF0A13D8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STEP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03B4D-C78D-49CD-BB20-476E9F55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Open the project in 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45FCE-AC3B-4E5D-8DBA-9AA25BE8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Open the cloned repository folder, not a new empty project.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5AF2E-8FD1-4335-A8D5-AFD9709F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A82E5-64A4-4902-B027-CBDA32AC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DC345-4C21-4113-9FBA-DED01A59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3E8FF-D399-4022-B9FC-87DF372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812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Open 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FF5C4-1A7A-4EA1-AD6A-B778DF10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In Unity Hub, go to Projects.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29B4E-34EA-4EF3-87CC-8C2FB1F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F35EC-C576-49B9-8F7E-9EEC002D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FA59B-C7F5-410A-9176-57905A6F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98CB1-EFD1-4107-80DD-AE098C12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812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Add from disk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DE4EA-08AC-4521-976A-5CC0F1A3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9560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Choose Add or Open and browse to the cloned folder.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4F12B-140D-4D52-986A-A716EAA8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41FC1-33EA-4FA6-9D14-AF94BE32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8B3B3-0787-4567-8C3D-C57E6457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82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82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71502-E35D-4E90-B796-E0780369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671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Select folder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DA339-A6F7-4677-981F-44E6A211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8150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Select the folder that contains Assets, Packages, and ProjectSettings.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8CB03-E467-4268-A4A3-B247804F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C38EE-4C6B-4E9B-BA53-B5F6608E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91A91-BEA5-476E-9C88-8CADEE54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14D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14D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AE010-1E48-4C4C-B48B-693B77D3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671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Import once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CD822-AE84-478A-A422-098F622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8150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Let Unity build the local Library cache on first open.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531F8-96CA-4409-8082-EFD729D0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581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784D13-C70E-47F4-9769-A0EEAAD9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F5D0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B9F5D0"/>
                </a:solidFill>
                <a:latin typeface="Consolas"/>
                <a:ea typeface="Consolas"/>
                <a:cs typeface="Consolas"/>
              </a:rPr>
              <a:t>Expected project folders: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62687-9E47-4160-9045-9A848D9C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00725"/>
            <a:ext cx="539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4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Assets | Packages | ProjectSettings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FE0605-583D-4098-8A5C-6246BBEF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A47AF-4511-4307-A3D9-34CEFC8D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048245-435C-452F-B351-6105C17B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61502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66B20-FB45-490A-9BC6-21564C1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C658C-B064-49AD-9813-57BAFB3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STEP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3D9C0-6181-4592-BE9D-62DDCDA7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Run the primitive showcase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3580D-02E4-49EE-9A1E-E43A43BD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The main scene is already included in the repository.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D705C-88CC-4435-A648-A054361B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88D96-EE65-4572-8A33-5EDB2179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D692A-BC5D-4C1A-8364-8EFB329D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73D43-7525-41DD-A4E0-4553B34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574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Open 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CBFCA-45FE-4E9B-AD6C-2E05F328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718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Open Assets &gt; Scenes &gt; PrimitiveShowcase.unity.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64724-4220-48AB-B8DF-E05E41C8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228DA-E186-4ACB-9418-DE6F923C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3AB87-4341-4156-8F53-9CC63523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005E6-DFF7-45E9-B8ED-5DA1D376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574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Press 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C29B7-1428-4214-B5A3-71AFA950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718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Use the Play button at the top of the Unity Editor.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DF6F1-AAC4-4057-9B84-FB7C94BE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74186-5ABC-42D7-87D8-65FBCE87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18A95-D87C-4EE9-BD4C-2C7D6F1D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82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82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2448D-6211-458E-924F-0BC45358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574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Check objects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58BA7-646E-40E5-B994-8800C119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Look for the blue sphere, green floor, obstacles, side barriers, and ramp.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B08DB-8C4C-4960-AD43-F594FA7B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48150"/>
            <a:ext cx="704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FAFFD-33DF-4A52-95F7-F29AE48F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4815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F7B7D-E09E-43C0-BAB3-F97CABDE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14D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14D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57221-CAD3-4428-B83D-40798E07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29125"/>
            <a:ext cx="600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Stop Play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03224-8036-4B7F-9CEA-7E5DC01F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43450"/>
            <a:ext cx="600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Press Play again before editing values or scene objects.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5A276C-D635-4214-96D6-91711FCA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14ACE-2689-4F66-8A3B-88C212B3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4C9E33-94D5-44E0-9C80-304F0011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3317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D17751-76B9-4D95-AEEE-0DC151E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2791F-4B20-452E-B5D8-A0E02CC2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STEP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A7D51-3361-44D5-A8CA-817C1DAA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Test the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14CB4-21D9-4D66-8187-5F912A2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The single gameplay script controls the sphere player.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DB7A5-62B3-44A8-96C7-AB7AD86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D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07F97-AA28-42D6-BA44-8E5D7400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W /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61BE2-CF4B-4E23-8D3C-56D203BB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Move forward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38D0E-9E98-463E-B0DA-A95CAB2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D293D-C75A-4446-8F40-39BFF2D2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S / 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0F5EC-AF5D-4CAC-A22B-6B9559FF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86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Move backward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836F0-8C7B-4842-977B-EFC9CDF9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82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1B6D6-9CBC-4FBB-92BB-DC7BA33E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82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822D"/>
                </a:solidFill>
                <a:latin typeface="Aptos"/>
                <a:ea typeface="Aptos"/>
                <a:cs typeface="Aptos"/>
              </a:rPr>
              <a:t>A / Left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82DE5-9794-4E44-969F-4EFDCEA4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Move left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DE4CF-C845-493C-96FB-A2103CF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14D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F0481-6F78-48E8-9E65-381BE20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14D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14D3D"/>
                </a:solidFill>
                <a:latin typeface="Aptos"/>
                <a:ea typeface="Aptos"/>
                <a:cs typeface="Aptos"/>
              </a:rPr>
              <a:t>D / Right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014E0-E2E5-4F96-B396-7AC4D6FB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43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Move right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51A84-E584-4A6A-83FB-20C576B9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D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E54B3-F8EA-4081-8CED-53D926A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Space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CD0A0-7519-452A-BB8E-BE776C74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43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Jump while grounded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C284A-CAF0-4414-ACB0-04EE131A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99F44-0349-4667-A3D6-2682DBE8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ABD64-D6B0-48B3-A7A1-758191DA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75169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F700B1-15F7-41D8-B123-8C98CC5F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89FB5-99C8-43EA-8C98-D98B9600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PUBLISHING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D4A86-4982-4F85-A891-B715243F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Create the public GitHub repository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02480-80B3-4388-A28F-70F6052F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Use GitHub CLI once it is installed and authenticated.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201D4-4054-44C9-B31F-6D965915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AFB71-722B-4E8A-A24A-DFC7BC7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A955A-199D-4411-B147-EA352A7F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E4043-5AD7-45DE-B314-81CD1E97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003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Authenticate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C19F1-133F-4B8C-A703-75A5DAC9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Run gh auth login and follow the browser prompts.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FE686-6782-44E8-BFE8-7AC1352A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1A32E-BE6A-496C-8123-B456B4C2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88AE5-5FC4-40E6-87C2-882C17A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11655-3F2F-42FA-BBD4-94001C6B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03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Create public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DD218-1BED-4E24-A4F3-98AC2368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146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Create the repo with the URL-safe name.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D8E7F-3CB6-4E90-8BC3-66726D36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E8410-681D-4AFF-9CB3-B814AA6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9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DD102-8154-4B3F-9DA3-07F27BE7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82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82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F8B59-FDCC-44C0-A2B5-DC2AD969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003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Push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EF38A-2736-420C-9A84-172CB927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The command can add origin and push the main branch.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264FF-3619-4BF3-BCE1-D9256F9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3F951-069C-4F8D-851F-01DF736D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48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F5D0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B9F5D0"/>
                </a:solidFill>
                <a:latin typeface="Consolas"/>
                <a:ea typeface="Consolas"/>
                <a:cs typeface="Consolas"/>
              </a:rPr>
              <a:t>Publish command: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26321-5DE1-4E18-88E3-695C6AFE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948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4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gh repo create Unity-Showcase-project-Tutoring --public --source . --remote origin --push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27359-CA7E-4819-9A67-3908CA30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948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4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E8EEF4"/>
                </a:solidFill>
                <a:latin typeface="Consolas"/>
                <a:ea typeface="Consolas"/>
                <a:cs typeface="Consolas"/>
              </a:rPr>
              <a:t>--description "Unity Showcase project - Tutoring"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8D9A9-1622-49C7-A6BA-96D8428E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27776-B265-457A-900B-47E6EA00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AA391-D8B0-456E-8E87-8BAE4699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3145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3BE93-3521-499E-B932-8B8EDA1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C4849-C518-439F-8E5B-7EC6B34F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6"/>
                </a:solidFill>
                <a:latin typeface="Aptos"/>
                <a:ea typeface="Aptos"/>
                <a:cs typeface="Aptos"/>
              </a:rPr>
              <a:t>TROUBLESHOOTING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C9C75-9B9E-4FAA-A1E0-695EB8B6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3202B"/>
                </a:solidFill>
                <a:latin typeface="Aptos Display"/>
                <a:ea typeface="Aptos Display"/>
                <a:cs typeface="Aptos Display"/>
              </a:rPr>
              <a:t>Common first-run fixes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9F841-683F-4CCF-BE8C-A02427B3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Use these checks before changing project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05627-E12A-4BE5-A1C9-FCD4F8F0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3DA49-BF88-4143-B7E3-B4EBD46C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919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Scene is blank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D564A-7479-4AEA-83A3-61E4E75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0325"/>
            <a:ext cx="919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Open Assets &gt; Scenes &gt; PrimitiveShowcase.unity manually, then press Play again.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2C8CF-4104-4C4A-904C-4A673121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6D573-1CA9-43E7-816B-E0890D75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71800"/>
            <a:ext cx="919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No movement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FD420-CD0B-4E73-A43B-D770835F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28975"/>
            <a:ext cx="919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Click inside the Game view first, then use WASD or arrow keys.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8AFD2-88F6-4661-BDA3-327A6FB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946E1-372C-4F01-9ABE-C215A3F2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00450"/>
            <a:ext cx="919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Jump does not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DBC84-E2C6-4D00-8957-EA3636F7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919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The sphere must be touching the floor or ramp before Space applies jump force.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31245-0BD7-4107-965C-4FB5D280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90882-3D66-4F7E-90B6-15CDE482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29100"/>
            <a:ext cx="919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Wrong Unity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307CE-5CA0-41E0-805D-EDB04CCA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86275"/>
            <a:ext cx="919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Use Unity 6000.3.9f1 where possible to match the project metadata.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9A4FE-526F-4D80-B78B-6F615C8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B7E9D-B279-4749-8F54-74206414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919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2B"/>
                </a:solidFill>
                <a:latin typeface="Aptos"/>
                <a:ea typeface="Aptos"/>
                <a:cs typeface="Aptos"/>
              </a:rPr>
              <a:t>GitHub command fails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1619D-8896-49F4-AA51-703BB45B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14925"/>
            <a:ext cx="9191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Install GitHub CLI and run gh auth login before creating or pushing the repo.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95608-0A5C-4434-96A8-89AF858D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572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0AC94-D03F-4265-B732-D760BE0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Unity Showcase project - Tutoring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25C36-4EEF-4A71-ADD5-146CA369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4621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2026-05-20T11:24:25.5330000Z</dcterms:created>
  <dcterms:modified xsi:type="dcterms:W3CDTF">2026-05-20T11:24:25.5330000Z</dcterms:modified>
</coreProperties>
</file>